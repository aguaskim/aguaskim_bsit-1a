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bPDoOQzof0HghSDT1oIApYnFr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7" Type="http://customschemas.google.com/relationships/presentationmetadata" Target="metadata"/><Relationship Id="rId16" Type="http://schemas.openxmlformats.org/officeDocument/2006/relationships/font" Target="fonts/Quattrocento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PH"/>
              <a:t>CSS Positions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CSS Layout - The position Property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position Property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H"/>
              <a:t>The position property specifies the type of positioning method used for an element (static, relative, fixed, absolute or sticky).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805" y="3083787"/>
            <a:ext cx="9261677" cy="3001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Example: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5625"/>
            <a:ext cx="1038118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position: relative;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854119"/>
            <a:ext cx="11112149" cy="432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position: absolute;</a:t>
            </a:r>
            <a:endParaRPr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711" y="1480893"/>
            <a:ext cx="11178079" cy="4564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position: sticky;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57" y="1394110"/>
            <a:ext cx="10617485" cy="3703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902" y="5329462"/>
            <a:ext cx="7702946" cy="61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position: fixed;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674" y="1690688"/>
            <a:ext cx="10442825" cy="427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2187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0" i="0" lang="en-PH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CSS Layout - The z-index Property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838200" y="149685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H"/>
              <a:t>The z-index property specifies the stack order of an element.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787" y="2075039"/>
            <a:ext cx="7470444" cy="4388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2023-03-22T00:49:43Z</dcterms:created>
  <dc:creator>Marsha Lintag</dc:creator>
</cp:coreProperties>
</file>